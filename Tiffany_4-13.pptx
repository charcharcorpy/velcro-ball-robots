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8BA918-FF81-A094-2B22-1278310C1C5D}" v="72" dt="2026-04-13T17:09:40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5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7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0E758-3F29-614B-90A3-700BCCB02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899" y="4157042"/>
            <a:ext cx="2895600" cy="256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0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1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8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6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3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0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31CEE-0289-42A8-91FC-E5C1E94D76D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rgbClr val="005BBB"/>
                </a:solidFill>
              </a:rPr>
              <a:t>Velcro Ball Robots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949" y="1752601"/>
            <a:ext cx="4038600" cy="2286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rgbClr val="005BBB"/>
                </a:solidFill>
              </a:rPr>
              <a:t>Highlights from past week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  <a:p>
            <a:pPr lvl="1"/>
            <a:r>
              <a:rPr lang="en-US" sz="1600">
                <a:ea typeface="Calibri"/>
                <a:cs typeface="Calibri"/>
              </a:rPr>
              <a:t>Motor A is back on the PCB</a:t>
            </a:r>
            <a:endParaRPr lang="en-US" sz="1600" dirty="0">
              <a:ea typeface="Calibri"/>
              <a:cs typeface="Calibri"/>
            </a:endParaRPr>
          </a:p>
          <a:p>
            <a:pPr lvl="1"/>
            <a:r>
              <a:rPr lang="en-US" sz="1600">
                <a:ea typeface="Calibri"/>
                <a:cs typeface="Calibri"/>
              </a:rPr>
              <a:t>Hit an error when trying to upload code ;-;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2438400"/>
            <a:ext cx="4038600" cy="4419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4949" y="731838"/>
            <a:ext cx="8229600" cy="41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Tiffany Jiang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949" y="1143000"/>
            <a:ext cx="82296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b="1" dirty="0"/>
              <a:t>Project Goal: </a:t>
            </a:r>
            <a:r>
              <a:rPr lang="en-US" sz="1400" dirty="0"/>
              <a:t>Create spherical ball robots that can interact and connect with each other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038600"/>
            <a:ext cx="4038600" cy="1905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5BBB"/>
                </a:solidFill>
              </a:rPr>
              <a:t>Goals for next week</a:t>
            </a:r>
          </a:p>
          <a:p>
            <a:pPr lvl="1"/>
            <a:r>
              <a:rPr lang="en-US" sz="1600">
                <a:ea typeface="Calibri"/>
                <a:cs typeface="Calibri"/>
              </a:rPr>
              <a:t>Balance the robot</a:t>
            </a:r>
          </a:p>
          <a:p>
            <a:pPr lvl="1"/>
            <a:r>
              <a:rPr lang="en-US" sz="1600">
                <a:ea typeface="Calibri"/>
                <a:cs typeface="Calibri"/>
              </a:rPr>
              <a:t>Upload Code</a:t>
            </a:r>
            <a:endParaRPr lang="en-US" sz="1600" dirty="0">
              <a:ea typeface="Calibri"/>
              <a:cs typeface="Calibri"/>
            </a:endParaRPr>
          </a:p>
          <a:p>
            <a:pPr lvl="1"/>
            <a:r>
              <a:rPr lang="en-US" sz="1600">
                <a:ea typeface="Calibri"/>
                <a:cs typeface="Calibri"/>
              </a:rPr>
              <a:t>Get the robot rolling</a:t>
            </a:r>
            <a:endParaRPr lang="en-US" sz="1600" dirty="0">
              <a:ea typeface="Calibri"/>
              <a:cs typeface="Calibri"/>
            </a:endParaRPr>
          </a:p>
          <a:p>
            <a:pPr lvl="1"/>
            <a:endParaRPr lang="en-US" sz="1600" dirty="0">
              <a:ea typeface="Calibri"/>
              <a:cs typeface="Calibri"/>
            </a:endParaRPr>
          </a:p>
          <a:p>
            <a:pPr lvl="1"/>
            <a:r>
              <a:rPr lang="en-US" sz="1600" dirty="0">
                <a:ea typeface="Calibri"/>
                <a:cs typeface="Calibri"/>
              </a:rPr>
              <a:t>Think about sensors</a:t>
            </a:r>
            <a:endParaRPr lang="en-US" dirty="0"/>
          </a:p>
          <a:p>
            <a:pPr lvl="1"/>
            <a:r>
              <a:rPr lang="en-US" sz="1600" dirty="0">
                <a:ea typeface="Calibri"/>
                <a:cs typeface="Calibri"/>
              </a:rPr>
              <a:t>Think about new PCB board</a:t>
            </a:r>
          </a:p>
          <a:p>
            <a:pPr lvl="1"/>
            <a:r>
              <a:rPr lang="en-US" sz="1600" dirty="0">
                <a:ea typeface="Calibri"/>
                <a:cs typeface="Calibri"/>
              </a:rPr>
              <a:t>Make a GitHub for code.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601980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endParaRPr lang="en-US" sz="600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9D917BAF-FEBB-9409-26F4-D4E188F599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E0F788C-804D-C84D-081E-32A02E51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116" y="1465666"/>
            <a:ext cx="2589347" cy="3029771"/>
          </a:xfrm>
          <a:prstGeom prst="rect">
            <a:avLst/>
          </a:prstGeom>
        </p:spPr>
      </p:pic>
      <p:pic>
        <p:nvPicPr>
          <p:cNvPr id="13" name="Picture 12" descr="A purple circuit board with white and yellow wires&#10;&#10;AI-generated content may be incorrect.">
            <a:extLst>
              <a:ext uri="{FF2B5EF4-FFF2-40B4-BE49-F238E27FC236}">
                <a16:creationId xmlns:a16="http://schemas.microsoft.com/office/drawing/2014/main" id="{A32A8F85-7C5D-D51F-254A-A378CB8C3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244" y="4643848"/>
            <a:ext cx="2749216" cy="159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3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96DB1D5FC8A643B304F8341A7176F6" ma:contentTypeVersion="6" ma:contentTypeDescription="Create a new document." ma:contentTypeScope="" ma:versionID="587cdaf348df1527640f3298fc209579">
  <xsd:schema xmlns:xsd="http://www.w3.org/2001/XMLSchema" xmlns:xs="http://www.w3.org/2001/XMLSchema" xmlns:p="http://schemas.microsoft.com/office/2006/metadata/properties" xmlns:ns3="7af282d0-ca44-424f-98f8-df735e4b0e3b" targetNamespace="http://schemas.microsoft.com/office/2006/metadata/properties" ma:root="true" ma:fieldsID="13052813a41ec3e20f42cda06adb76b6" ns3:_="">
    <xsd:import namespace="7af282d0-ca44-424f-98f8-df735e4b0e3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f282d0-ca44-424f-98f8-df735e4b0e3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f282d0-ca44-424f-98f8-df735e4b0e3b" xsi:nil="true"/>
  </documentManagement>
</p:properties>
</file>

<file path=customXml/itemProps1.xml><?xml version="1.0" encoding="utf-8"?>
<ds:datastoreItem xmlns:ds="http://schemas.openxmlformats.org/officeDocument/2006/customXml" ds:itemID="{293ACA61-09BB-4616-8A0F-E96A15C8952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af282d0-ca44-424f-98f8-df735e4b0e3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232712-EE1D-4705-9C31-5690905FA4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8DA6A9-9090-4838-8B23-655120F4DACE}">
  <ds:schemaRefs>
    <ds:schemaRef ds:uri="http://schemas.microsoft.com/office/2006/metadata/properties"/>
    <ds:schemaRef ds:uri="http://www.w3.org/2000/xmlns/"/>
    <ds:schemaRef ds:uri="7af282d0-ca44-424f-98f8-df735e4b0e3b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74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Velcro Ball Robots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Sarah Bergbreiter</dc:creator>
  <cp:lastModifiedBy>Tiffany Jiang</cp:lastModifiedBy>
  <cp:revision>369</cp:revision>
  <dcterms:created xsi:type="dcterms:W3CDTF">2012-09-06T19:09:50Z</dcterms:created>
  <dcterms:modified xsi:type="dcterms:W3CDTF">2026-04-13T17:09:57Z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0x010100B196DB1D5FC8A643B304F8341A7176F6</vt:lpwstr>
  </property>
</Properties>
</file>